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MBG: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discussion around MBG on platform X reflects public sentiment and debate.</a:t>
            </a:r>
          </a:p>
          <a:p>
            <a:pPr lvl="1"/>
            <a:r>
              <a:t>Dataset: tweets collected during program implementation period (provided by panitia).</a:t>
            </a:r>
          </a:p>
          <a:p>
            <a:pPr lvl="1"/>
            <a:r>
              <a:t>Objective: analyze topics, actors, polarization, and actionable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the main themes in public discussion about MBG?</a:t>
            </a:r>
          </a:p>
          <a:p>
            <a:pPr lvl="1"/>
            <a:r>
              <a:t>Which actors shape the conversation and how information flows?</a:t>
            </a:r>
          </a:p>
          <a:p>
            <a:pPr lvl="1"/>
            <a:r>
              <a:t>How polarized is the public discourse and which topics drive polarization?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and preprocessing of provided tweets.</a:t>
            </a:r>
          </a:p>
          <a:p>
            <a:pPr lvl="1"/>
            <a:r>
              <a:t>Topic modeling (LDA, BERTopic fallback) to identify themes.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analysis to detect influencers and communities.</a:t>
            </a:r>
          </a:p>
          <a:p>
            <a:pPr lvl="1"/>
            <a:r>
              <a:t>Sentiment &amp; polarization analysis aggregated by topic and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themes identified with prevalence percentages.</a:t>
            </a:r>
          </a:p>
          <a:p>
            <a:pPr lvl="1"/>
            <a:r>
              <a:t>Key influencer accounts and their roles in information spread.</a:t>
            </a:r>
          </a:p>
          <a:p>
            <a:pPr lvl="1"/>
            <a:r>
              <a:t>Measured level of polarity and topics with highest divergence.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communication addressing top concerns and misinformation channels.</a:t>
            </a:r>
          </a:p>
          <a:p>
            <a:pPr lvl="1"/>
            <a:r>
              <a:t>Engage influencers from supportive and neutral communities for balanced outreach.</a:t>
            </a:r>
          </a:p>
          <a:p>
            <a:pPr lvl="1"/>
            <a:r>
              <a:t>Monitor topic evolution and rapid response for spikes in negative sentiment.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Usage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tools used for code scaffolding and literature guidance only (to be declared).</a:t>
            </a:r>
          </a:p>
          <a:p>
            <a:pPr lvl="1"/>
            <a:r>
              <a:t>All substantive analysis, modeling decisions, and final interpretations performed by the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